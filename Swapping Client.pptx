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4" r:id="rId46"/>
    <p:sldId id="305" r:id="rId47"/>
    <p:sldId id="306" r:id="rId48"/>
    <p:sldId id="307" r:id="rId49"/>
    <p:sldId id="308" r:id="rId50"/>
    <p:sldId id="309" r:id="rId51"/>
    <p:sldId id="310" r:id="rId52"/>
    <p:sldId id="311" r:id="rId53"/>
    <p:sldId id="312" r:id="rId54"/>
    <p:sldId id="313" r:id="rId55"/>
    <p:sldId id="314" r:id="rId56"/>
    <p:sldId id="315" r:id="rId57"/>
    <p:sldId id="316" r:id="rId58"/>
    <p:sldId id="317" r:id="rId59"/>
    <p:sldId id="318" r:id="rId60"/>
    <p:sldId id="319" r:id="rId61"/>
    <p:sldId id="320" r:id="rId62"/>
    <p:sldId id="321" r:id="rId63"/>
    <p:sldId id="322" r:id="rId64"/>
    <p:sldId id="343" r:id="rId65"/>
    <p:sldId id="324" r:id="rId66"/>
    <p:sldId id="325" r:id="rId67"/>
    <p:sldId id="326" r:id="rId68"/>
    <p:sldId id="327" r:id="rId69"/>
    <p:sldId id="328" r:id="rId70"/>
    <p:sldId id="329" r:id="rId71"/>
    <p:sldId id="330" r:id="rId72"/>
    <p:sldId id="331" r:id="rId73"/>
    <p:sldId id="332" r:id="rId74"/>
    <p:sldId id="333" r:id="rId75"/>
    <p:sldId id="334" r:id="rId76"/>
    <p:sldId id="335" r:id="rId77"/>
    <p:sldId id="336" r:id="rId78"/>
    <p:sldId id="337" r:id="rId79"/>
    <p:sldId id="338" r:id="rId80"/>
    <p:sldId id="339" r:id="rId81"/>
    <p:sldId id="340" r:id="rId82"/>
    <p:sldId id="341" r:id="rId83"/>
    <p:sldId id="342" r:id="rId84"/>
  </p:sldIdLst>
  <p:sldSz cx="12192000" cy="6858000"/>
  <p:notesSz cx="6858000" cy="9144000"/>
  <p:defaultTextStyle>
    <a:defPPr>
      <a:defRPr lang="en-U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94A6E-4D13-4D27-BE24-BF9A428870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85C331-FD41-4C9D-B2DC-A2568894CB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C35AB4-7B27-48D4-A479-42DC88FC5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34AA3-F82A-4D0E-B584-24F0DF974258}" type="datetimeFigureOut">
              <a:rPr lang="en-UG" smtClean="0"/>
              <a:t>24/11/2025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D7BB97-BA08-483F-B3B4-F6B1F1074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660D9D-91B2-4A93-A671-D84642A05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17D7B-3B3D-44AC-A430-8152856B3C45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611447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2B775-CEFF-4306-B641-719DA354A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3F6472-23A6-4AAF-812A-221C8CD9DA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5F6507-22AD-44A2-9EFC-AD2602884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34AA3-F82A-4D0E-B584-24F0DF974258}" type="datetimeFigureOut">
              <a:rPr lang="en-UG" smtClean="0"/>
              <a:t>24/11/2025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038381-9C68-448D-9449-4F5F07E2E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406391-272C-40E7-BD0A-95E575F52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17D7B-3B3D-44AC-A430-8152856B3C45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104460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3A19C-3674-4C1D-8320-1B81BE659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9B98D7-0308-4D80-9159-40A8BC0D31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8661D7-80A3-4088-9261-814F3ADF1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34AA3-F82A-4D0E-B584-24F0DF974258}" type="datetimeFigureOut">
              <a:rPr lang="en-UG" smtClean="0"/>
              <a:t>24/11/2025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C2D4F-92DF-48BB-8760-6340CD67B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D64AB5-C058-4D3E-A406-A6D1266CD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17D7B-3B3D-44AC-A430-8152856B3C45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888846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1D351-7336-4CF4-88D5-4C416068D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4B381-A1BB-4E4C-B98C-7BF3E0FBCB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12BDA0-5148-4FF5-8CB5-DA04C56DB7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B7D774-F225-42C3-88A1-10C498FF6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34AA3-F82A-4D0E-B584-24F0DF974258}" type="datetimeFigureOut">
              <a:rPr lang="en-UG" smtClean="0"/>
              <a:t>24/11/2025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B26926-5036-448D-8EFE-72F4C146B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ECDAF1-588E-4C63-B0E0-2E3B0FE22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17D7B-3B3D-44AC-A430-8152856B3C45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135873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F5501-7187-4CAC-A5CF-EC3705662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BCB0FD-3481-4B48-B905-334869BF4E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C394B6-4390-4C5A-864D-7FF1874827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D1012D-8E33-44A4-92CB-C52EA52E88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01B89D-B288-456B-994C-C8E2C9E82B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5463DD-6C52-4785-90D5-FF2F7F1B8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34AA3-F82A-4D0E-B584-24F0DF974258}" type="datetimeFigureOut">
              <a:rPr lang="en-UG" smtClean="0"/>
              <a:t>24/11/2025</a:t>
            </a:fld>
            <a:endParaRPr lang="en-U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6B5908-9B06-4802-B2B2-49CC28E4B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F21CFD-3E16-4048-A043-C5309202A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17D7B-3B3D-44AC-A430-8152856B3C45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145651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A52ED-EAB4-485B-B15E-F40981F1D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66FE5D-4842-4673-806C-9B86758C8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34AA3-F82A-4D0E-B584-24F0DF974258}" type="datetimeFigureOut">
              <a:rPr lang="en-UG" smtClean="0"/>
              <a:t>24/11/2025</a:t>
            </a:fld>
            <a:endParaRPr lang="en-U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46062D-146E-453E-83C6-59930FFF8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A373A8-0043-4727-809F-A5D6C0383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17D7B-3B3D-44AC-A430-8152856B3C45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801436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DCF575-4D83-40B3-B1D8-0A5A870B1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34AA3-F82A-4D0E-B584-24F0DF974258}" type="datetimeFigureOut">
              <a:rPr lang="en-UG" smtClean="0"/>
              <a:t>24/11/2025</a:t>
            </a:fld>
            <a:endParaRPr lang="en-U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3026A3-C23C-4693-ACE0-210ACBBBA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DDFB64-0096-420E-A658-D7A367F83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17D7B-3B3D-44AC-A430-8152856B3C45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481358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BC78C-DAF4-4F79-939D-496D53162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53539-778A-46CB-982B-9F6F57B36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2F7D7E-81BE-4EA1-9DFE-B26C01189E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4264DD-796D-40A0-B6A4-89F55DE02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34AA3-F82A-4D0E-B584-24F0DF974258}" type="datetimeFigureOut">
              <a:rPr lang="en-UG" smtClean="0"/>
              <a:t>24/11/2025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90445E-F391-4FE6-B132-3AED181A6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8C0293-22C3-4899-9321-D8CF2599A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17D7B-3B3D-44AC-A430-8152856B3C45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984322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A91B1-01E2-4939-98BC-2B458EA0E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59B1A1-3786-4C31-ACB3-0916B418D4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1325FF-FF08-4C15-836C-DE587DC5A0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DB072C-315E-4F1F-88D0-6627B350B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34AA3-F82A-4D0E-B584-24F0DF974258}" type="datetimeFigureOut">
              <a:rPr lang="en-UG" smtClean="0"/>
              <a:t>24/11/2025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746EFB-0991-4058-AC4C-8757672CF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46F717-C5C8-4684-919F-C6DF39AFD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17D7B-3B3D-44AC-A430-8152856B3C45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50699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E77FC-2A9A-4F3C-B949-2E6D67EB2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C9E078-D711-4E45-9B71-3D036D30D4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A8E0A-91EA-4242-B8AC-F420EE806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34AA3-F82A-4D0E-B584-24F0DF974258}" type="datetimeFigureOut">
              <a:rPr lang="en-UG" smtClean="0"/>
              <a:t>24/11/2025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B7FEEB-C9C9-4F79-956B-42CE8ECB1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6596C6-9A20-472E-B080-FE8A5676F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17D7B-3B3D-44AC-A430-8152856B3C45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147908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CC0B1A-1AE6-4F6E-A981-FF868BC226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279739-FCA0-4511-B3CA-70D743C2CF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147F2F-A82B-4A21-9DDD-6000CB0F8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34AA3-F82A-4D0E-B584-24F0DF974258}" type="datetimeFigureOut">
              <a:rPr lang="en-UG" smtClean="0"/>
              <a:t>24/11/2025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52F035-BB3D-4C9D-9183-DC943E6CC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80B51-E836-494C-924B-647FD9D4E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17D7B-3B3D-44AC-A430-8152856B3C45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4268338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DFB4CD-ABE7-4C34-9D49-9CC79BF6B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6E4C50-60A9-4195-A519-BFA89D4D2E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7AC3E5-63C3-4D98-8FAF-E1A777CAB5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734AA3-F82A-4D0E-B584-24F0DF974258}" type="datetimeFigureOut">
              <a:rPr lang="en-UG" smtClean="0"/>
              <a:t>24/11/2025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ABC6F8-7CF2-4C00-8434-10B1FF99C3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02B86B-B4CC-4FE2-B543-6FDAC6F4CA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E17D7B-3B3D-44AC-A430-8152856B3C45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168282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62C4A1-119E-4BEC-93A1-9EBA4560F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0114" y="603365"/>
            <a:ext cx="3349592" cy="54692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0767000-9BE8-4F36-A44A-DE41B06213C4}"/>
              </a:ext>
            </a:extLst>
          </p:cNvPr>
          <p:cNvSpPr txBox="1"/>
          <p:nvPr/>
        </p:nvSpPr>
        <p:spPr>
          <a:xfrm>
            <a:off x="315227" y="234033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/>
              <a:t>Evz Splash Screen Light (react)</a:t>
            </a:r>
          </a:p>
        </p:txBody>
      </p:sp>
    </p:spTree>
    <p:extLst>
      <p:ext uri="{BB962C8B-B14F-4D97-AF65-F5344CB8AC3E}">
        <p14:creationId xmlns:p14="http://schemas.microsoft.com/office/powerpoint/2010/main" val="1819953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8DDEC7D-867F-4A8C-9A3B-09E34E709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4314" y="783273"/>
            <a:ext cx="3761111" cy="48956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AB6CDEB-1F76-41BD-A7ED-7891DD783229}"/>
              </a:ext>
            </a:extLst>
          </p:cNvPr>
          <p:cNvSpPr txBox="1"/>
          <p:nvPr/>
        </p:nvSpPr>
        <p:spPr>
          <a:xfrm>
            <a:off x="228600" y="165471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/>
              <a:t>Evz Language Select Screen Light (react)</a:t>
            </a:r>
          </a:p>
        </p:txBody>
      </p:sp>
    </p:spTree>
    <p:extLst>
      <p:ext uri="{BB962C8B-B14F-4D97-AF65-F5344CB8AC3E}">
        <p14:creationId xmlns:p14="http://schemas.microsoft.com/office/powerpoint/2010/main" val="3823430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29939B2-7047-4517-8847-2EF7B2C10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4419" y="690095"/>
            <a:ext cx="3473629" cy="44960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FE09E63-DC14-4067-9BDE-17953DB28006}"/>
              </a:ext>
            </a:extLst>
          </p:cNvPr>
          <p:cNvSpPr txBox="1"/>
          <p:nvPr/>
        </p:nvSpPr>
        <p:spPr>
          <a:xfrm>
            <a:off x="151597" y="119030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/>
              <a:t>Evz Permission Intro Screen Light (react)</a:t>
            </a:r>
          </a:p>
        </p:txBody>
      </p:sp>
    </p:spTree>
    <p:extLst>
      <p:ext uri="{BB962C8B-B14F-4D97-AF65-F5344CB8AC3E}">
        <p14:creationId xmlns:p14="http://schemas.microsoft.com/office/powerpoint/2010/main" val="2156611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D8B8E0-E324-49C6-80ED-15C6351DA4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6967" y="667370"/>
            <a:ext cx="3435527" cy="44833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EFA2226-8C90-4E48-8F47-A4ADB6931CD6}"/>
              </a:ext>
            </a:extLst>
          </p:cNvPr>
          <p:cNvSpPr txBox="1"/>
          <p:nvPr/>
        </p:nvSpPr>
        <p:spPr>
          <a:xfrm>
            <a:off x="202130" y="176482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/>
              <a:t>Evz Phone Entry Screen (react Light)</a:t>
            </a:r>
          </a:p>
        </p:txBody>
      </p:sp>
    </p:spTree>
    <p:extLst>
      <p:ext uri="{BB962C8B-B14F-4D97-AF65-F5344CB8AC3E}">
        <p14:creationId xmlns:p14="http://schemas.microsoft.com/office/powerpoint/2010/main" val="1773324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B7E43A2-4E5E-49E5-A0B4-99E19B9E2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1336" y="918027"/>
            <a:ext cx="3816118" cy="48956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2FFB999-8A88-4103-B606-3716110CAFA6}"/>
              </a:ext>
            </a:extLst>
          </p:cNvPr>
          <p:cNvSpPr txBox="1"/>
          <p:nvPr/>
        </p:nvSpPr>
        <p:spPr>
          <a:xfrm>
            <a:off x="218975" y="359161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/>
              <a:t>Evz </a:t>
            </a:r>
            <a:r>
              <a:rPr lang="en-UG" dirty="0" err="1"/>
              <a:t>Otp</a:t>
            </a:r>
            <a:r>
              <a:rPr lang="en-UG" dirty="0"/>
              <a:t> Verify Screen (react Light)</a:t>
            </a:r>
          </a:p>
        </p:txBody>
      </p:sp>
    </p:spTree>
    <p:extLst>
      <p:ext uri="{BB962C8B-B14F-4D97-AF65-F5344CB8AC3E}">
        <p14:creationId xmlns:p14="http://schemas.microsoft.com/office/powerpoint/2010/main" val="1701681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B724F16-A094-41E9-A7CC-6D469AFDD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7726" y="603365"/>
            <a:ext cx="3753051" cy="502515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17DD609-927D-4CE3-822D-C7A57474C0A3}"/>
              </a:ext>
            </a:extLst>
          </p:cNvPr>
          <p:cNvSpPr txBox="1"/>
          <p:nvPr/>
        </p:nvSpPr>
        <p:spPr>
          <a:xfrm>
            <a:off x="161223" y="234033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/>
              <a:t>Evz Profile Setup Screen (react Light)</a:t>
            </a:r>
          </a:p>
        </p:txBody>
      </p:sp>
    </p:spTree>
    <p:extLst>
      <p:ext uri="{BB962C8B-B14F-4D97-AF65-F5344CB8AC3E}">
        <p14:creationId xmlns:p14="http://schemas.microsoft.com/office/powerpoint/2010/main" val="2198402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B09FF55-FCF2-4E78-AF6D-A6970A9E4A51}"/>
              </a:ext>
            </a:extLst>
          </p:cNvPr>
          <p:cNvSpPr/>
          <p:nvPr/>
        </p:nvSpPr>
        <p:spPr>
          <a:xfrm>
            <a:off x="700237" y="3080084"/>
            <a:ext cx="6891688" cy="1819175"/>
          </a:xfrm>
          <a:prstGeom prst="roundRect">
            <a:avLst>
              <a:gd name="adj" fmla="val 5556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For Car, Redirect to screen showing No Car swap stations in your area</a:t>
            </a:r>
          </a:p>
          <a:p>
            <a:pPr algn="ctr"/>
            <a:endParaRPr lang="en-US" dirty="0">
              <a:solidFill>
                <a:srgbClr val="FF0000"/>
              </a:solidFill>
            </a:endParaRPr>
          </a:p>
          <a:p>
            <a:pPr algn="ctr"/>
            <a:r>
              <a:rPr lang="en-US" dirty="0">
                <a:solidFill>
                  <a:srgbClr val="FF0000"/>
                </a:solidFill>
              </a:rPr>
              <a:t>For Add Vehicle redirect to My Vehicles</a:t>
            </a:r>
            <a:endParaRPr lang="en-UG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E8490E-5DE1-43FC-89F4-BA1153BE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8371" y="828893"/>
            <a:ext cx="3473629" cy="450238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4011EC2-0D1E-4E0D-9DA4-35A4B119DB74}"/>
              </a:ext>
            </a:extLst>
          </p:cNvPr>
          <p:cNvSpPr txBox="1"/>
          <p:nvPr/>
        </p:nvSpPr>
        <p:spPr>
          <a:xfrm>
            <a:off x="267101" y="349535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/>
              <a:t>Evz Vehicle Select Screen (react Light)</a:t>
            </a:r>
          </a:p>
        </p:txBody>
      </p:sp>
    </p:spTree>
    <p:extLst>
      <p:ext uri="{BB962C8B-B14F-4D97-AF65-F5344CB8AC3E}">
        <p14:creationId xmlns:p14="http://schemas.microsoft.com/office/powerpoint/2010/main" val="1990406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403D502-89F0-460B-B19C-ECF52FAD5FB7}"/>
              </a:ext>
            </a:extLst>
          </p:cNvPr>
          <p:cNvSpPr txBox="1"/>
          <p:nvPr/>
        </p:nvSpPr>
        <p:spPr>
          <a:xfrm>
            <a:off x="190099" y="157031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>
                <a:solidFill>
                  <a:srgbClr val="FF0000"/>
                </a:solidFill>
              </a:rPr>
              <a:t>Evz Provider Select Screen (react Light)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3CD550E-F560-4D46-9CC1-D17E32C7B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4451" y="649318"/>
            <a:ext cx="3239745" cy="5183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909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CFD270D-E7B8-496E-B283-77D4B0E6C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8584" y="889550"/>
            <a:ext cx="3530781" cy="45976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726ABF4-B880-442A-951A-839FE7763B11}"/>
              </a:ext>
            </a:extLst>
          </p:cNvPr>
          <p:cNvSpPr txBox="1"/>
          <p:nvPr/>
        </p:nvSpPr>
        <p:spPr>
          <a:xfrm>
            <a:off x="151598" y="157031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/>
              <a:t>Evz Station Map &amp; List Screen (react Light)</a:t>
            </a:r>
          </a:p>
        </p:txBody>
      </p:sp>
    </p:spTree>
    <p:extLst>
      <p:ext uri="{BB962C8B-B14F-4D97-AF65-F5344CB8AC3E}">
        <p14:creationId xmlns:p14="http://schemas.microsoft.com/office/powerpoint/2010/main" val="1370371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9D17F25-DFEC-49A9-8A36-D4386C2CF3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8850" y="869250"/>
            <a:ext cx="3652474" cy="47549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48897DA-F0AA-4AAC-A6F7-1F716E93DEC5}"/>
              </a:ext>
            </a:extLst>
          </p:cNvPr>
          <p:cNvSpPr txBox="1"/>
          <p:nvPr/>
        </p:nvSpPr>
        <p:spPr>
          <a:xfrm>
            <a:off x="113096" y="282159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/>
              <a:t>Evz Station Details Sheet Screen (react Light)</a:t>
            </a:r>
          </a:p>
        </p:txBody>
      </p:sp>
    </p:spTree>
    <p:extLst>
      <p:ext uri="{BB962C8B-B14F-4D97-AF65-F5344CB8AC3E}">
        <p14:creationId xmlns:p14="http://schemas.microsoft.com/office/powerpoint/2010/main" val="2421384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AA0C787-4D2D-4408-969F-99F364A5B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7817" y="1044452"/>
            <a:ext cx="3549832" cy="44452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D63AF63-E3CD-4E35-96C3-9FBB9214EF27}"/>
              </a:ext>
            </a:extLst>
          </p:cNvPr>
          <p:cNvSpPr txBox="1"/>
          <p:nvPr/>
        </p:nvSpPr>
        <p:spPr>
          <a:xfrm>
            <a:off x="247851" y="232358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/>
              <a:t>P05-s01 – Hold Select (react Light)</a:t>
            </a:r>
          </a:p>
        </p:txBody>
      </p:sp>
    </p:spTree>
    <p:extLst>
      <p:ext uri="{BB962C8B-B14F-4D97-AF65-F5344CB8AC3E}">
        <p14:creationId xmlns:p14="http://schemas.microsoft.com/office/powerpoint/2010/main" val="4225908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3E48338-6A5A-4ACA-8BD7-D60956F76753}"/>
              </a:ext>
            </a:extLst>
          </p:cNvPr>
          <p:cNvSpPr txBox="1"/>
          <p:nvPr/>
        </p:nvSpPr>
        <p:spPr>
          <a:xfrm>
            <a:off x="86093" y="22276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>
                <a:solidFill>
                  <a:srgbClr val="FF0000"/>
                </a:solidFill>
              </a:rPr>
              <a:t>P05-s02 – Booking Payment (react Light)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584734E-493B-408D-AFA1-EAB2C575C3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6507" y="1037343"/>
            <a:ext cx="3339818" cy="5257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1630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3032E0B-3064-469E-8648-74F29971BD99}"/>
              </a:ext>
            </a:extLst>
          </p:cNvPr>
          <p:cNvSpPr txBox="1"/>
          <p:nvPr/>
        </p:nvSpPr>
        <p:spPr>
          <a:xfrm>
            <a:off x="170848" y="131731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>
                <a:solidFill>
                  <a:srgbClr val="FF0000"/>
                </a:solidFill>
              </a:rPr>
              <a:t>P05-s03 – Booking Confirmed Countdown (react Light)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09CED57-5A77-4A83-A743-85AB543CF4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8358" y="902650"/>
            <a:ext cx="3510590" cy="5526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0360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07DD1AA-B5EF-44A1-A0B9-CB6B8C600C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4493" y="928649"/>
            <a:ext cx="3167056" cy="497871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F995A43-625A-4A22-A196-C83EC1B06059}"/>
              </a:ext>
            </a:extLst>
          </p:cNvPr>
          <p:cNvSpPr txBox="1"/>
          <p:nvPr/>
        </p:nvSpPr>
        <p:spPr>
          <a:xfrm>
            <a:off x="125530" y="176281"/>
            <a:ext cx="62877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>
                <a:solidFill>
                  <a:srgbClr val="FF0000"/>
                </a:solidFill>
              </a:rPr>
              <a:t>P06-s01 – Extend Hold (</a:t>
            </a:r>
            <a:r>
              <a:rPr lang="en-UG" dirty="0" err="1">
                <a:solidFill>
                  <a:srgbClr val="FF0000"/>
                </a:solidFill>
              </a:rPr>
              <a:t>evz</a:t>
            </a:r>
            <a:r>
              <a:rPr lang="en-UG" dirty="0">
                <a:solidFill>
                  <a:srgbClr val="FF0000"/>
                </a:solidFill>
              </a:rPr>
              <a:t> P 06 S 01 Extend Hold Mobile Clean</a:t>
            </a:r>
            <a:r>
              <a:rPr lang="en-US" dirty="0">
                <a:solidFill>
                  <a:srgbClr val="FF0000"/>
                </a:solidFill>
              </a:rPr>
              <a:t>)</a:t>
            </a:r>
            <a:endParaRPr lang="en-U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30681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FE1F2C-57E3-438F-8F19-8A476FB19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264" y="614391"/>
            <a:ext cx="3229812" cy="57719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D68992A-C7DB-486B-9987-9FB7ED9A1F2E}"/>
              </a:ext>
            </a:extLst>
          </p:cNvPr>
          <p:cNvSpPr txBox="1"/>
          <p:nvPr/>
        </p:nvSpPr>
        <p:spPr>
          <a:xfrm>
            <a:off x="276726" y="0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>
                <a:solidFill>
                  <a:srgbClr val="FF0000"/>
                </a:solidFill>
              </a:rPr>
              <a:t>P06-s02 – Extend Payment (react Light)</a:t>
            </a:r>
          </a:p>
        </p:txBody>
      </p:sp>
    </p:spTree>
    <p:extLst>
      <p:ext uri="{BB962C8B-B14F-4D97-AF65-F5344CB8AC3E}">
        <p14:creationId xmlns:p14="http://schemas.microsoft.com/office/powerpoint/2010/main" val="4294737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BDBE2F5-8622-40BB-B167-03C92251C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7095" y="792998"/>
            <a:ext cx="3972485" cy="50271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8839768-A3E0-4F0E-9B29-8FA21BB59961}"/>
              </a:ext>
            </a:extLst>
          </p:cNvPr>
          <p:cNvSpPr txBox="1"/>
          <p:nvPr/>
        </p:nvSpPr>
        <p:spPr>
          <a:xfrm>
            <a:off x="105878" y="173408"/>
            <a:ext cx="61048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/>
              <a:t>P06-s03 – Time Extended (react Light)</a:t>
            </a:r>
          </a:p>
        </p:txBody>
      </p:sp>
    </p:spTree>
    <p:extLst>
      <p:ext uri="{BB962C8B-B14F-4D97-AF65-F5344CB8AC3E}">
        <p14:creationId xmlns:p14="http://schemas.microsoft.com/office/powerpoint/2010/main" val="18251047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7A6A603-88F7-4C96-B864-CA5ADE27F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5103" y="979053"/>
            <a:ext cx="3450145" cy="45341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0112573-036D-4FC4-8B6B-CBDEED4E43A3}"/>
              </a:ext>
            </a:extLst>
          </p:cNvPr>
          <p:cNvSpPr txBox="1"/>
          <p:nvPr/>
        </p:nvSpPr>
        <p:spPr>
          <a:xfrm>
            <a:off x="161223" y="186809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/>
              <a:t>P07-s01 – Arrived Show </a:t>
            </a:r>
            <a:r>
              <a:rPr lang="en-UG" dirty="0" err="1"/>
              <a:t>Qr</a:t>
            </a:r>
            <a:r>
              <a:rPr lang="en-UG" dirty="0"/>
              <a:t> (react Light)</a:t>
            </a:r>
          </a:p>
        </p:txBody>
      </p:sp>
    </p:spTree>
    <p:extLst>
      <p:ext uri="{BB962C8B-B14F-4D97-AF65-F5344CB8AC3E}">
        <p14:creationId xmlns:p14="http://schemas.microsoft.com/office/powerpoint/2010/main" val="5152952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939429C-FE9B-4282-B484-90DD128C27A6}"/>
              </a:ext>
            </a:extLst>
          </p:cNvPr>
          <p:cNvSpPr txBox="1"/>
          <p:nvPr/>
        </p:nvSpPr>
        <p:spPr>
          <a:xfrm>
            <a:off x="0" y="141352"/>
            <a:ext cx="61216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>
                <a:solidFill>
                  <a:srgbClr val="FF0000"/>
                </a:solidFill>
              </a:rPr>
              <a:t>P07-s02 – Operator Swap Payment (react Light)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E5439A-1C89-44F1-A08B-692D2ED42B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4983" y="528774"/>
            <a:ext cx="3277839" cy="5800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4175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332E27E-742B-4199-9594-6DE6591636D8}"/>
              </a:ext>
            </a:extLst>
          </p:cNvPr>
          <p:cNvSpPr txBox="1"/>
          <p:nvPr/>
        </p:nvSpPr>
        <p:spPr>
          <a:xfrm>
            <a:off x="202131" y="145031"/>
            <a:ext cx="61216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>
                <a:solidFill>
                  <a:srgbClr val="FF0000"/>
                </a:solidFill>
              </a:rPr>
              <a:t>P07-s03 – Swap Completed Rating (react Light)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2F35EF-9CE4-4E57-AA7C-4F21724421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4986" y="628819"/>
            <a:ext cx="3387258" cy="5781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0784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2846D0A-A518-43D9-BC7B-D8F2DEEADD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4386" y="1084978"/>
            <a:ext cx="3587934" cy="45404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B9E9C77-8D7C-4A68-9762-F5B448EF74A8}"/>
              </a:ext>
            </a:extLst>
          </p:cNvPr>
          <p:cNvSpPr txBox="1"/>
          <p:nvPr/>
        </p:nvSpPr>
        <p:spPr>
          <a:xfrm>
            <a:off x="276726" y="215132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/>
              <a:t>P08-s01 – Safety Checklist (react Light)</a:t>
            </a:r>
          </a:p>
        </p:txBody>
      </p:sp>
    </p:spTree>
    <p:extLst>
      <p:ext uri="{BB962C8B-B14F-4D97-AF65-F5344CB8AC3E}">
        <p14:creationId xmlns:p14="http://schemas.microsoft.com/office/powerpoint/2010/main" val="23102350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5A47A11-7360-44A4-AA48-6F596C6F06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8114" y="1081703"/>
            <a:ext cx="3626036" cy="45150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9DA0C48-9442-4A15-87C5-2FD98F664422}"/>
              </a:ext>
            </a:extLst>
          </p:cNvPr>
          <p:cNvSpPr txBox="1"/>
          <p:nvPr/>
        </p:nvSpPr>
        <p:spPr>
          <a:xfrm>
            <a:off x="151598" y="211858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/>
              <a:t>P08-s02 – Station Identify Scan (react Light)</a:t>
            </a:r>
          </a:p>
        </p:txBody>
      </p:sp>
    </p:spTree>
    <p:extLst>
      <p:ext uri="{BB962C8B-B14F-4D97-AF65-F5344CB8AC3E}">
        <p14:creationId xmlns:p14="http://schemas.microsoft.com/office/powerpoint/2010/main" val="38643919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783D056-85FC-4D2B-B385-59CDF0F83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7211" y="1161933"/>
            <a:ext cx="3657788" cy="45341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58B58FC-2D46-4FF3-9A5C-113B289AF84A}"/>
              </a:ext>
            </a:extLst>
          </p:cNvPr>
          <p:cNvSpPr txBox="1"/>
          <p:nvPr/>
        </p:nvSpPr>
        <p:spPr>
          <a:xfrm>
            <a:off x="334478" y="301713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/>
              <a:t>P08-s03 – Station Identify Code (react Light)</a:t>
            </a:r>
          </a:p>
        </p:txBody>
      </p:sp>
    </p:spTree>
    <p:extLst>
      <p:ext uri="{BB962C8B-B14F-4D97-AF65-F5344CB8AC3E}">
        <p14:creationId xmlns:p14="http://schemas.microsoft.com/office/powerpoint/2010/main" val="1381505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7801663-B175-4ED3-94D4-521A9F037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7386" y="1485817"/>
            <a:ext cx="3619686" cy="450238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08A9B69-53D5-4884-94D2-905AA91F0A11}"/>
              </a:ext>
            </a:extLst>
          </p:cNvPr>
          <p:cNvSpPr txBox="1"/>
          <p:nvPr/>
        </p:nvSpPr>
        <p:spPr>
          <a:xfrm>
            <a:off x="218975" y="272784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/>
              <a:t>P09-s01 – Locker Assigned Countdown (react Light)</a:t>
            </a:r>
          </a:p>
        </p:txBody>
      </p:sp>
    </p:spTree>
    <p:extLst>
      <p:ext uri="{BB962C8B-B14F-4D97-AF65-F5344CB8AC3E}">
        <p14:creationId xmlns:p14="http://schemas.microsoft.com/office/powerpoint/2010/main" val="4404669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B6A9D39-C9C5-4CE6-BF18-5BDEDA9CDA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2790" y="1236060"/>
            <a:ext cx="3600635" cy="45976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5559CB2-3F5F-47DC-B20F-6B05622645F7}"/>
              </a:ext>
            </a:extLst>
          </p:cNvPr>
          <p:cNvSpPr txBox="1"/>
          <p:nvPr/>
        </p:nvSpPr>
        <p:spPr>
          <a:xfrm>
            <a:off x="131600" y="157459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/>
              <a:t>P09-s02 – Scan Return Battery (react Light)</a:t>
            </a:r>
          </a:p>
        </p:txBody>
      </p:sp>
    </p:spTree>
    <p:extLst>
      <p:ext uri="{BB962C8B-B14F-4D97-AF65-F5344CB8AC3E}">
        <p14:creationId xmlns:p14="http://schemas.microsoft.com/office/powerpoint/2010/main" val="7373302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6A34D94-5CFE-4D53-9005-31A8F59D0A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1219" y="1286963"/>
            <a:ext cx="3530781" cy="45150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A7C2D33-70A4-4084-B5A7-353F09BC656C}"/>
              </a:ext>
            </a:extLst>
          </p:cNvPr>
          <p:cNvSpPr txBox="1"/>
          <p:nvPr/>
        </p:nvSpPr>
        <p:spPr>
          <a:xfrm>
            <a:off x="392230" y="284047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/>
              <a:t>P09-s03 – Insert Return Wait Detect (react Light)</a:t>
            </a:r>
          </a:p>
        </p:txBody>
      </p:sp>
    </p:spTree>
    <p:extLst>
      <p:ext uri="{BB962C8B-B14F-4D97-AF65-F5344CB8AC3E}">
        <p14:creationId xmlns:p14="http://schemas.microsoft.com/office/powerpoint/2010/main" val="37014815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943DDCF-0501-4BBF-9F08-0EFE5D588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4987" y="956628"/>
            <a:ext cx="3733992" cy="45404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AD0BEB0-A667-4FF7-8BE8-4F70EC5C71F6}"/>
              </a:ext>
            </a:extLst>
          </p:cNvPr>
          <p:cNvSpPr txBox="1"/>
          <p:nvPr/>
        </p:nvSpPr>
        <p:spPr>
          <a:xfrm>
            <a:off x="305602" y="221379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/>
              <a:t>P10-s01 – Return Detected Summary (react Light)</a:t>
            </a:r>
          </a:p>
        </p:txBody>
      </p:sp>
    </p:spTree>
    <p:extLst>
      <p:ext uri="{BB962C8B-B14F-4D97-AF65-F5344CB8AC3E}">
        <p14:creationId xmlns:p14="http://schemas.microsoft.com/office/powerpoint/2010/main" val="3335462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790A62E-CCC0-4434-87BD-4B1C2A1653D5}"/>
              </a:ext>
            </a:extLst>
          </p:cNvPr>
          <p:cNvSpPr txBox="1"/>
          <p:nvPr/>
        </p:nvSpPr>
        <p:spPr>
          <a:xfrm>
            <a:off x="426674" y="241286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>
                <a:solidFill>
                  <a:srgbClr val="FF0000"/>
                </a:solidFill>
              </a:rPr>
              <a:t>P10-s02 – Energy Payment (react Light)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6C9206-6171-4C3A-B5B8-259AB7D2AA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0486" y="610618"/>
            <a:ext cx="3354840" cy="5936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5526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8A1BCA2-2E87-443A-A485-65BF9880FC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2433" y="1104079"/>
            <a:ext cx="3581584" cy="448333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45B91EE-9D63-4DA6-8E04-19BC2DD1DB2A}"/>
              </a:ext>
            </a:extLst>
          </p:cNvPr>
          <p:cNvSpPr txBox="1"/>
          <p:nvPr/>
        </p:nvSpPr>
        <p:spPr>
          <a:xfrm>
            <a:off x="469231" y="542242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/>
              <a:t>P10-s03 – Collect New Battery (react Light)</a:t>
            </a:r>
          </a:p>
        </p:txBody>
      </p:sp>
    </p:spTree>
    <p:extLst>
      <p:ext uri="{BB962C8B-B14F-4D97-AF65-F5344CB8AC3E}">
        <p14:creationId xmlns:p14="http://schemas.microsoft.com/office/powerpoint/2010/main" val="16758098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424D6D3-FC20-4FE0-A0D5-49684674B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2063" y="1575818"/>
            <a:ext cx="3543482" cy="453413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3A14F76-5031-4E17-A55A-CE11C2A24C0A}"/>
              </a:ext>
            </a:extLst>
          </p:cNvPr>
          <p:cNvSpPr txBox="1"/>
          <p:nvPr/>
        </p:nvSpPr>
        <p:spPr>
          <a:xfrm>
            <a:off x="209349" y="201507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/>
              <a:t>P11-s01 – Scan New Battery (react Light)</a:t>
            </a:r>
          </a:p>
        </p:txBody>
      </p:sp>
    </p:spTree>
    <p:extLst>
      <p:ext uri="{BB962C8B-B14F-4D97-AF65-F5344CB8AC3E}">
        <p14:creationId xmlns:p14="http://schemas.microsoft.com/office/powerpoint/2010/main" val="24310758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644C902-2C34-4BAD-864B-A1D9E3CACE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2808" y="1017854"/>
            <a:ext cx="3581584" cy="45912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F171CA2-FBB3-4E1C-9581-CA109972EA92}"/>
              </a:ext>
            </a:extLst>
          </p:cNvPr>
          <p:cNvSpPr txBox="1"/>
          <p:nvPr/>
        </p:nvSpPr>
        <p:spPr>
          <a:xfrm>
            <a:off x="507733" y="332382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/>
              <a:t>P11-s02 – Swap Completed Summary (react Light)</a:t>
            </a:r>
          </a:p>
        </p:txBody>
      </p:sp>
    </p:spTree>
    <p:extLst>
      <p:ext uri="{BB962C8B-B14F-4D97-AF65-F5344CB8AC3E}">
        <p14:creationId xmlns:p14="http://schemas.microsoft.com/office/powerpoint/2010/main" val="19718204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CD5CE18-4EDE-4D91-80E6-E266B278F3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3814" y="1168284"/>
            <a:ext cx="3581584" cy="45214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A29F114-0A4E-4551-9E33-984429F2D65D}"/>
              </a:ext>
            </a:extLst>
          </p:cNvPr>
          <p:cNvSpPr txBox="1"/>
          <p:nvPr/>
        </p:nvSpPr>
        <p:spPr>
          <a:xfrm>
            <a:off x="305603" y="205456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/>
              <a:t>P11-s03 – Rate Experience (react Light)</a:t>
            </a:r>
          </a:p>
        </p:txBody>
      </p:sp>
    </p:spTree>
    <p:extLst>
      <p:ext uri="{BB962C8B-B14F-4D97-AF65-F5344CB8AC3E}">
        <p14:creationId xmlns:p14="http://schemas.microsoft.com/office/powerpoint/2010/main" val="16604611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DFD8318-881C-4118-B931-45FAAFFF1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9109" y="1001572"/>
            <a:ext cx="3733992" cy="45595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0C981E7-7D1F-4BCC-A355-0559CC65AC74}"/>
              </a:ext>
            </a:extLst>
          </p:cNvPr>
          <p:cNvSpPr txBox="1"/>
          <p:nvPr/>
        </p:nvSpPr>
        <p:spPr>
          <a:xfrm>
            <a:off x="488482" y="632240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/>
              <a:t>P12-s01 – Wallet Home (react Light)</a:t>
            </a:r>
          </a:p>
        </p:txBody>
      </p:sp>
    </p:spTree>
    <p:extLst>
      <p:ext uri="{BB962C8B-B14F-4D97-AF65-F5344CB8AC3E}">
        <p14:creationId xmlns:p14="http://schemas.microsoft.com/office/powerpoint/2010/main" val="40824627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968EA82-34AB-4B77-A6B3-A8BCDEA431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9250" y="1264537"/>
            <a:ext cx="3778444" cy="45214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7349B7E-89C3-4335-9770-3B724FC8970D}"/>
              </a:ext>
            </a:extLst>
          </p:cNvPr>
          <p:cNvSpPr txBox="1"/>
          <p:nvPr/>
        </p:nvSpPr>
        <p:spPr>
          <a:xfrm>
            <a:off x="382849" y="45098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/>
              <a:t>P12-s02 – Payment Methods (react Light)</a:t>
            </a:r>
          </a:p>
        </p:txBody>
      </p:sp>
    </p:spTree>
    <p:extLst>
      <p:ext uri="{BB962C8B-B14F-4D97-AF65-F5344CB8AC3E}">
        <p14:creationId xmlns:p14="http://schemas.microsoft.com/office/powerpoint/2010/main" val="22044597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55A3A24-279A-4C4E-B2D4-F387211C5C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1923" y="1139707"/>
            <a:ext cx="3645087" cy="457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4402664-CD17-485A-AF10-D51C775E9C76}"/>
              </a:ext>
            </a:extLst>
          </p:cNvPr>
          <p:cNvSpPr txBox="1"/>
          <p:nvPr/>
        </p:nvSpPr>
        <p:spPr>
          <a:xfrm>
            <a:off x="203117" y="343386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/>
              <a:t>P12-s03 – Top Up (react Light)</a:t>
            </a:r>
          </a:p>
        </p:txBody>
      </p:sp>
    </p:spTree>
    <p:extLst>
      <p:ext uri="{BB962C8B-B14F-4D97-AF65-F5344CB8AC3E}">
        <p14:creationId xmlns:p14="http://schemas.microsoft.com/office/powerpoint/2010/main" val="6007512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E08C521-C34D-4D27-9F27-7F863C7572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1866" y="1011198"/>
            <a:ext cx="3683189" cy="45214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CCC04B4-B006-4F63-B513-866CA92CE40D}"/>
              </a:ext>
            </a:extLst>
          </p:cNvPr>
          <p:cNvSpPr txBox="1"/>
          <p:nvPr/>
        </p:nvSpPr>
        <p:spPr>
          <a:xfrm>
            <a:off x="421105" y="641866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/>
              <a:t>P13-s01 – Transactions List (react Light)</a:t>
            </a:r>
          </a:p>
        </p:txBody>
      </p:sp>
    </p:spTree>
    <p:extLst>
      <p:ext uri="{BB962C8B-B14F-4D97-AF65-F5344CB8AC3E}">
        <p14:creationId xmlns:p14="http://schemas.microsoft.com/office/powerpoint/2010/main" val="7781797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7666E8C-1E52-4FD5-9E46-CE3B19FEB7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8959" y="1457241"/>
            <a:ext cx="3848298" cy="45595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0A32393-989E-4CE5-8657-72640DB9E9BE}"/>
              </a:ext>
            </a:extLst>
          </p:cNvPr>
          <p:cNvSpPr txBox="1"/>
          <p:nvPr/>
        </p:nvSpPr>
        <p:spPr>
          <a:xfrm>
            <a:off x="555859" y="516592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/>
              <a:t>P13-s02 – Transaction Details (react Light)</a:t>
            </a:r>
          </a:p>
        </p:txBody>
      </p:sp>
    </p:spTree>
    <p:extLst>
      <p:ext uri="{BB962C8B-B14F-4D97-AF65-F5344CB8AC3E}">
        <p14:creationId xmlns:p14="http://schemas.microsoft.com/office/powerpoint/2010/main" val="9173028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0388BA9-C057-44EB-9AEA-A8212A8D7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1025" y="1456942"/>
            <a:ext cx="3791145" cy="45023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11D2331-DEA6-4E16-A831-A3508BEAA484}"/>
              </a:ext>
            </a:extLst>
          </p:cNvPr>
          <p:cNvSpPr txBox="1"/>
          <p:nvPr/>
        </p:nvSpPr>
        <p:spPr>
          <a:xfrm>
            <a:off x="603985" y="757369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/>
              <a:t>P13-s03 – Invoices (react Light)</a:t>
            </a:r>
          </a:p>
        </p:txBody>
      </p:sp>
    </p:spTree>
    <p:extLst>
      <p:ext uri="{BB962C8B-B14F-4D97-AF65-F5344CB8AC3E}">
        <p14:creationId xmlns:p14="http://schemas.microsoft.com/office/powerpoint/2010/main" val="7892287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9DC1E36-438C-4C20-AECF-52690CCB0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7370" y="1389565"/>
            <a:ext cx="3683189" cy="45023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255E72B-B3CA-4384-8654-061C825F6357}"/>
              </a:ext>
            </a:extLst>
          </p:cNvPr>
          <p:cNvSpPr txBox="1"/>
          <p:nvPr/>
        </p:nvSpPr>
        <p:spPr>
          <a:xfrm>
            <a:off x="690612" y="530880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/>
              <a:t>P14-s01 – Search Stations (react Light)</a:t>
            </a:r>
          </a:p>
        </p:txBody>
      </p:sp>
    </p:spTree>
    <p:extLst>
      <p:ext uri="{BB962C8B-B14F-4D97-AF65-F5344CB8AC3E}">
        <p14:creationId xmlns:p14="http://schemas.microsoft.com/office/powerpoint/2010/main" val="23243710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06C7190-D6C9-46A0-98F8-50BF82840A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3155" y="1168284"/>
            <a:ext cx="3480533" cy="45214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FB40099-84AA-499B-B962-4641658518D3}"/>
              </a:ext>
            </a:extLst>
          </p:cNvPr>
          <p:cNvSpPr txBox="1"/>
          <p:nvPr/>
        </p:nvSpPr>
        <p:spPr>
          <a:xfrm>
            <a:off x="238225" y="492429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/>
              <a:t>P14-s02 – Filters Sheet (react Light)</a:t>
            </a:r>
          </a:p>
        </p:txBody>
      </p:sp>
    </p:spTree>
    <p:extLst>
      <p:ext uri="{BB962C8B-B14F-4D97-AF65-F5344CB8AC3E}">
        <p14:creationId xmlns:p14="http://schemas.microsoft.com/office/powerpoint/2010/main" val="26463819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F26E32A-1719-4135-B858-36A89D69D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5095" y="934196"/>
            <a:ext cx="3562533" cy="44960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985E0A4-0F8B-451D-B0F0-0B0B12E2A855}"/>
              </a:ext>
            </a:extLst>
          </p:cNvPr>
          <p:cNvSpPr txBox="1"/>
          <p:nvPr/>
        </p:nvSpPr>
        <p:spPr>
          <a:xfrm>
            <a:off x="526982" y="295356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/>
              <a:t>P14-s03 – </a:t>
            </a:r>
            <a:r>
              <a:rPr lang="en-UG" dirty="0" err="1"/>
              <a:t>Favorites</a:t>
            </a:r>
            <a:r>
              <a:rPr lang="en-UG" dirty="0"/>
              <a:t> Stations (react Light)</a:t>
            </a:r>
          </a:p>
        </p:txBody>
      </p:sp>
    </p:spTree>
    <p:extLst>
      <p:ext uri="{BB962C8B-B14F-4D97-AF65-F5344CB8AC3E}">
        <p14:creationId xmlns:p14="http://schemas.microsoft.com/office/powerpoint/2010/main" val="15078807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84A15D9-F4B8-4129-8171-D9319EE5A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7766" y="1043254"/>
            <a:ext cx="3493932" cy="45404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21D0798-9913-4D37-BEEC-686B2D11C9BC}"/>
              </a:ext>
            </a:extLst>
          </p:cNvPr>
          <p:cNvSpPr txBox="1"/>
          <p:nvPr/>
        </p:nvSpPr>
        <p:spPr>
          <a:xfrm>
            <a:off x="401855" y="237605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/>
              <a:t>P15-s01 – Swap Sessions (react Light)</a:t>
            </a:r>
          </a:p>
        </p:txBody>
      </p:sp>
    </p:spTree>
    <p:extLst>
      <p:ext uri="{BB962C8B-B14F-4D97-AF65-F5344CB8AC3E}">
        <p14:creationId xmlns:p14="http://schemas.microsoft.com/office/powerpoint/2010/main" val="14150744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2E0CC1D-0BC7-46AB-99C3-A4036CBF0A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7067" y="978955"/>
            <a:ext cx="3549832" cy="45150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E194FAA-7B9E-462A-A2AF-E95DB9399441}"/>
              </a:ext>
            </a:extLst>
          </p:cNvPr>
          <p:cNvSpPr txBox="1"/>
          <p:nvPr/>
        </p:nvSpPr>
        <p:spPr>
          <a:xfrm>
            <a:off x="257475" y="315949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/>
              <a:t>P15-s02 – Swap Session Details (react Light)</a:t>
            </a:r>
          </a:p>
        </p:txBody>
      </p:sp>
    </p:spTree>
    <p:extLst>
      <p:ext uri="{BB962C8B-B14F-4D97-AF65-F5344CB8AC3E}">
        <p14:creationId xmlns:p14="http://schemas.microsoft.com/office/powerpoint/2010/main" val="49038403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E734102-AEE8-4A90-BB14-97C7C60B43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796" y="1023804"/>
            <a:ext cx="3676839" cy="45023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86A3B26-83DA-4302-9892-938DF5F3FE9F}"/>
              </a:ext>
            </a:extLst>
          </p:cNvPr>
          <p:cNvSpPr txBox="1"/>
          <p:nvPr/>
        </p:nvSpPr>
        <p:spPr>
          <a:xfrm>
            <a:off x="363354" y="309498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/>
              <a:t>P15-s03 – Export History (react Light)</a:t>
            </a:r>
          </a:p>
        </p:txBody>
      </p:sp>
    </p:spTree>
    <p:extLst>
      <p:ext uri="{BB962C8B-B14F-4D97-AF65-F5344CB8AC3E}">
        <p14:creationId xmlns:p14="http://schemas.microsoft.com/office/powerpoint/2010/main" val="8915410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4628A4-0F38-4AA3-A3ED-159A4E203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3022" y="824949"/>
            <a:ext cx="3854648" cy="45150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3C40835-DD94-4DE2-B2A9-7740662AC87D}"/>
              </a:ext>
            </a:extLst>
          </p:cNvPr>
          <p:cNvSpPr txBox="1"/>
          <p:nvPr/>
        </p:nvSpPr>
        <p:spPr>
          <a:xfrm>
            <a:off x="517358" y="303297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/>
              <a:t>P16-s01 – Vehicle Details (react Light)</a:t>
            </a:r>
          </a:p>
        </p:txBody>
      </p:sp>
    </p:spTree>
    <p:extLst>
      <p:ext uri="{BB962C8B-B14F-4D97-AF65-F5344CB8AC3E}">
        <p14:creationId xmlns:p14="http://schemas.microsoft.com/office/powerpoint/2010/main" val="36544906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3B15E31-D4DE-49D3-B072-1B78C6E696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7712" y="876548"/>
            <a:ext cx="3105310" cy="465478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C403751-0AF9-4207-81C3-32EE43FC8CDC}"/>
              </a:ext>
            </a:extLst>
          </p:cNvPr>
          <p:cNvSpPr txBox="1"/>
          <p:nvPr/>
        </p:nvSpPr>
        <p:spPr>
          <a:xfrm>
            <a:off x="305603" y="324336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/>
              <a:t>P17-s01 – Profile (react Light)</a:t>
            </a:r>
            <a:r>
              <a:rPr lang="en-US" dirty="0"/>
              <a:t> 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367000372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15D5126-EEB8-492D-ACC3-D9661FC9F9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1897" y="1111131"/>
            <a:ext cx="3206915" cy="46357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C7E3136-6DC1-43D5-989D-AEB25E1EC0F4}"/>
              </a:ext>
            </a:extLst>
          </p:cNvPr>
          <p:cNvSpPr txBox="1"/>
          <p:nvPr/>
        </p:nvSpPr>
        <p:spPr>
          <a:xfrm>
            <a:off x="388560" y="175094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/>
              <a:t>P17-s02 – Language &amp; Region (react Light)</a:t>
            </a:r>
          </a:p>
        </p:txBody>
      </p:sp>
    </p:spTree>
    <p:extLst>
      <p:ext uri="{BB962C8B-B14F-4D97-AF65-F5344CB8AC3E}">
        <p14:creationId xmlns:p14="http://schemas.microsoft.com/office/powerpoint/2010/main" val="307601415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85F79C8-21C1-41CF-AE20-5AEF33EE56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895" y="1216809"/>
            <a:ext cx="3206915" cy="45976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6EAC952-8EEE-43E4-AB63-DF1E3B14C121}"/>
              </a:ext>
            </a:extLst>
          </p:cNvPr>
          <p:cNvSpPr txBox="1"/>
          <p:nvPr/>
        </p:nvSpPr>
        <p:spPr>
          <a:xfrm>
            <a:off x="324853" y="552568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/>
              <a:t>P17-s03 – Notifications Settings (react Light)</a:t>
            </a:r>
          </a:p>
        </p:txBody>
      </p:sp>
    </p:spTree>
    <p:extLst>
      <p:ext uri="{BB962C8B-B14F-4D97-AF65-F5344CB8AC3E}">
        <p14:creationId xmlns:p14="http://schemas.microsoft.com/office/powerpoint/2010/main" val="245916518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A10F93A-7DB7-4B1D-9A3E-A766F56A5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6095" y="1017251"/>
            <a:ext cx="3467278" cy="465478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66C3DE5-3388-458E-A3CF-F2B12EF2BF40}"/>
              </a:ext>
            </a:extLst>
          </p:cNvPr>
          <p:cNvSpPr txBox="1"/>
          <p:nvPr/>
        </p:nvSpPr>
        <p:spPr>
          <a:xfrm>
            <a:off x="441961" y="359161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/>
              <a:t>P18-s01 – Lock Wallet (react Light)</a:t>
            </a:r>
          </a:p>
        </p:txBody>
      </p:sp>
    </p:spTree>
    <p:extLst>
      <p:ext uri="{BB962C8B-B14F-4D97-AF65-F5344CB8AC3E}">
        <p14:creationId xmlns:p14="http://schemas.microsoft.com/office/powerpoint/2010/main" val="374367656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3C1397-1111-432F-AFA6-01F991BDB9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3615" y="1111131"/>
            <a:ext cx="3225966" cy="46357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D434ACF-B6B6-4EFA-98A0-A86FDA9A8D9E}"/>
              </a:ext>
            </a:extLst>
          </p:cNvPr>
          <p:cNvSpPr txBox="1"/>
          <p:nvPr/>
        </p:nvSpPr>
        <p:spPr>
          <a:xfrm>
            <a:off x="449981" y="121317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/>
              <a:t>P18-s02 – Two-factor Setup (react Light)</a:t>
            </a:r>
          </a:p>
        </p:txBody>
      </p:sp>
    </p:spTree>
    <p:extLst>
      <p:ext uri="{BB962C8B-B14F-4D97-AF65-F5344CB8AC3E}">
        <p14:creationId xmlns:p14="http://schemas.microsoft.com/office/powerpoint/2010/main" val="280874924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8385D66-B3D9-4CF9-9C59-2E0E4D1C8F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6250" y="1130182"/>
            <a:ext cx="3416476" cy="45976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3243DEE-4C83-41D7-B427-1BED1A66D38C}"/>
              </a:ext>
            </a:extLst>
          </p:cNvPr>
          <p:cNvSpPr txBox="1"/>
          <p:nvPr/>
        </p:nvSpPr>
        <p:spPr>
          <a:xfrm>
            <a:off x="363353" y="202086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/>
              <a:t>P18-s03 – Session Management (react Light)</a:t>
            </a:r>
          </a:p>
        </p:txBody>
      </p:sp>
    </p:spTree>
    <p:extLst>
      <p:ext uri="{BB962C8B-B14F-4D97-AF65-F5344CB8AC3E}">
        <p14:creationId xmlns:p14="http://schemas.microsoft.com/office/powerpoint/2010/main" val="390124315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CE9B0A6-2DDE-48CE-992A-08DBED2790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9975" y="807281"/>
            <a:ext cx="3206915" cy="457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8A41D07-2F45-403D-9FF6-6693C9D007E5}"/>
              </a:ext>
            </a:extLst>
          </p:cNvPr>
          <p:cNvSpPr txBox="1"/>
          <p:nvPr/>
        </p:nvSpPr>
        <p:spPr>
          <a:xfrm>
            <a:off x="469232" y="237605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/>
              <a:t>P19-s01 – Dashboard Overview (react Light)</a:t>
            </a:r>
          </a:p>
        </p:txBody>
      </p:sp>
    </p:spTree>
    <p:extLst>
      <p:ext uri="{BB962C8B-B14F-4D97-AF65-F5344CB8AC3E}">
        <p14:creationId xmlns:p14="http://schemas.microsoft.com/office/powerpoint/2010/main" val="336287602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3ABCC3-341E-4A69-A9EE-07D396AE74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6876" y="1332213"/>
            <a:ext cx="3321221" cy="457858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8293432-8519-4626-B3E6-9A69F4EE5FD8}"/>
              </a:ext>
            </a:extLst>
          </p:cNvPr>
          <p:cNvSpPr txBox="1"/>
          <p:nvPr/>
        </p:nvSpPr>
        <p:spPr>
          <a:xfrm>
            <a:off x="382604" y="300074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/>
              <a:t>P19-s02 – Carbon Savings Detail (react Light)</a:t>
            </a:r>
          </a:p>
        </p:txBody>
      </p:sp>
    </p:spTree>
    <p:extLst>
      <p:ext uri="{BB962C8B-B14F-4D97-AF65-F5344CB8AC3E}">
        <p14:creationId xmlns:p14="http://schemas.microsoft.com/office/powerpoint/2010/main" val="29229493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0DA6822-C034-47F9-BCA8-45C05C07FD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8111" y="222287"/>
            <a:ext cx="3017077" cy="56972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D65EC3D-68EC-4EDA-A2DE-90DC9204CAFA}"/>
              </a:ext>
            </a:extLst>
          </p:cNvPr>
          <p:cNvSpPr txBox="1"/>
          <p:nvPr/>
        </p:nvSpPr>
        <p:spPr>
          <a:xfrm>
            <a:off x="324853" y="162129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/>
              <a:t>P19-s03 – Battery Health Detail (react Light)</a:t>
            </a:r>
          </a:p>
        </p:txBody>
      </p:sp>
    </p:spTree>
    <p:extLst>
      <p:ext uri="{BB962C8B-B14F-4D97-AF65-F5344CB8AC3E}">
        <p14:creationId xmlns:p14="http://schemas.microsoft.com/office/powerpoint/2010/main" val="33571109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C14F627-0CEA-4A62-8E23-C2D4B53B45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5572" y="1133356"/>
            <a:ext cx="3295819" cy="48535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BBD2793-A3C4-43B6-8FBC-93F9E9366F66}"/>
              </a:ext>
            </a:extLst>
          </p:cNvPr>
          <p:cNvSpPr txBox="1"/>
          <p:nvPr/>
        </p:nvSpPr>
        <p:spPr>
          <a:xfrm>
            <a:off x="411480" y="152519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/>
              <a:t>P20-s01 – Help Center (react Light)</a:t>
            </a:r>
          </a:p>
        </p:txBody>
      </p:sp>
    </p:spTree>
    <p:extLst>
      <p:ext uri="{BB962C8B-B14F-4D97-AF65-F5344CB8AC3E}">
        <p14:creationId xmlns:p14="http://schemas.microsoft.com/office/powerpoint/2010/main" val="275468460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3FDD1BD-A490-42BF-B98D-81F58FAFA5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4498" y="1210658"/>
            <a:ext cx="3162463" cy="464843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B054E06-0E4C-4677-95B6-47C14A286269}"/>
              </a:ext>
            </a:extLst>
          </p:cNvPr>
          <p:cNvSpPr txBox="1"/>
          <p:nvPr/>
        </p:nvSpPr>
        <p:spPr>
          <a:xfrm>
            <a:off x="276727" y="651491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/>
              <a:t>P20-s02 – Contact Support (react Light)</a:t>
            </a:r>
          </a:p>
        </p:txBody>
      </p:sp>
    </p:spTree>
    <p:extLst>
      <p:ext uri="{BB962C8B-B14F-4D97-AF65-F5344CB8AC3E}">
        <p14:creationId xmlns:p14="http://schemas.microsoft.com/office/powerpoint/2010/main" val="345450008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068EBFE-1686-4BF3-A56F-1F1F5DAF38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5697" y="1014778"/>
            <a:ext cx="3073558" cy="461668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E01FB83-EAEF-43B0-8C0C-DBE1B1BD3FCB}"/>
              </a:ext>
            </a:extLst>
          </p:cNvPr>
          <p:cNvSpPr txBox="1"/>
          <p:nvPr/>
        </p:nvSpPr>
        <p:spPr>
          <a:xfrm>
            <a:off x="507733" y="189479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/>
              <a:t>P20-s03 – Report Issue (react Light)</a:t>
            </a:r>
          </a:p>
        </p:txBody>
      </p:sp>
    </p:spTree>
    <p:extLst>
      <p:ext uri="{BB962C8B-B14F-4D97-AF65-F5344CB8AC3E}">
        <p14:creationId xmlns:p14="http://schemas.microsoft.com/office/powerpoint/2010/main" val="173488665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D03A6B5-22C0-45C9-A986-097F9629E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1498" y="1101605"/>
            <a:ext cx="3130711" cy="465478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19D9B3E-8ECD-49E9-9BDB-4E24213445F0}"/>
              </a:ext>
            </a:extLst>
          </p:cNvPr>
          <p:cNvSpPr txBox="1"/>
          <p:nvPr/>
        </p:nvSpPr>
        <p:spPr>
          <a:xfrm>
            <a:off x="488482" y="276210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/>
              <a:t>P21-s01 – Booking Expired (react Light)</a:t>
            </a:r>
          </a:p>
        </p:txBody>
      </p:sp>
    </p:spTree>
    <p:extLst>
      <p:ext uri="{BB962C8B-B14F-4D97-AF65-F5344CB8AC3E}">
        <p14:creationId xmlns:p14="http://schemas.microsoft.com/office/powerpoint/2010/main" val="141507705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74FDF3A-33BD-4A91-94E0-01AB80AD2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0019" y="704935"/>
            <a:ext cx="3612427" cy="54481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E142991-D96E-471A-B9BF-41CC03BE941B}"/>
              </a:ext>
            </a:extLst>
          </p:cNvPr>
          <p:cNvSpPr txBox="1"/>
          <p:nvPr/>
        </p:nvSpPr>
        <p:spPr>
          <a:xfrm>
            <a:off x="275925" y="335603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/>
              <a:t>P21-s02 – Booking Cancel Confirm (react Light)</a:t>
            </a:r>
          </a:p>
        </p:txBody>
      </p:sp>
    </p:spTree>
    <p:extLst>
      <p:ext uri="{BB962C8B-B14F-4D97-AF65-F5344CB8AC3E}">
        <p14:creationId xmlns:p14="http://schemas.microsoft.com/office/powerpoint/2010/main" val="178168968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A778D51-8149-4BB0-9469-1C29B8AF1E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3442" y="806097"/>
            <a:ext cx="3565000" cy="54957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12729AA-4240-4B1D-A570-C05BFD7A73C8}"/>
              </a:ext>
            </a:extLst>
          </p:cNvPr>
          <p:cNvSpPr txBox="1"/>
          <p:nvPr/>
        </p:nvSpPr>
        <p:spPr>
          <a:xfrm>
            <a:off x="603985" y="256856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/>
              <a:t>P21-s03 – No Stations Found (react Light)</a:t>
            </a:r>
          </a:p>
        </p:txBody>
      </p:sp>
    </p:spTree>
    <p:extLst>
      <p:ext uri="{BB962C8B-B14F-4D97-AF65-F5344CB8AC3E}">
        <p14:creationId xmlns:p14="http://schemas.microsoft.com/office/powerpoint/2010/main" val="51760686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1A45BF7-D6C5-41AF-8158-5288543B9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3361" y="922100"/>
            <a:ext cx="3143412" cy="46865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1C12499-6C48-482E-BBF5-8506C8C71DA9}"/>
              </a:ext>
            </a:extLst>
          </p:cNvPr>
          <p:cNvSpPr txBox="1"/>
          <p:nvPr/>
        </p:nvSpPr>
        <p:spPr>
          <a:xfrm>
            <a:off x="401854" y="276106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/>
              <a:t>P22-s01 – Location Permission (react Light)</a:t>
            </a:r>
          </a:p>
        </p:txBody>
      </p:sp>
    </p:spTree>
    <p:extLst>
      <p:ext uri="{BB962C8B-B14F-4D97-AF65-F5344CB8AC3E}">
        <p14:creationId xmlns:p14="http://schemas.microsoft.com/office/powerpoint/2010/main" val="285645034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FEB3F7C-D239-435F-A2B3-5E274C7016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1987" y="810807"/>
            <a:ext cx="3291038" cy="50604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8AD9B22-AC78-4A0D-875D-7F8E02C18C66}"/>
              </a:ext>
            </a:extLst>
          </p:cNvPr>
          <p:cNvSpPr txBox="1"/>
          <p:nvPr/>
        </p:nvSpPr>
        <p:spPr>
          <a:xfrm>
            <a:off x="613610" y="248970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/>
              <a:t>P22-s02 – Camera Permission (react Light)</a:t>
            </a:r>
          </a:p>
        </p:txBody>
      </p:sp>
    </p:spTree>
    <p:extLst>
      <p:ext uri="{BB962C8B-B14F-4D97-AF65-F5344CB8AC3E}">
        <p14:creationId xmlns:p14="http://schemas.microsoft.com/office/powerpoint/2010/main" val="100172525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6F5FF4B-26FC-4680-B6D7-0B71CC6BEE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0257" y="839584"/>
            <a:ext cx="3130711" cy="46293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227A4B4-7C6D-4BA8-95BD-C0DD05360764}"/>
              </a:ext>
            </a:extLst>
          </p:cNvPr>
          <p:cNvSpPr txBox="1"/>
          <p:nvPr/>
        </p:nvSpPr>
        <p:spPr>
          <a:xfrm>
            <a:off x="478857" y="470252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/>
              <a:t>P22-s03 – Notifications Permission (react Light)</a:t>
            </a:r>
          </a:p>
        </p:txBody>
      </p:sp>
    </p:spTree>
    <p:extLst>
      <p:ext uri="{BB962C8B-B14F-4D97-AF65-F5344CB8AC3E}">
        <p14:creationId xmlns:p14="http://schemas.microsoft.com/office/powerpoint/2010/main" val="260340684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204E0E0-56BB-4C49-B1A4-511310039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4349" y="575489"/>
            <a:ext cx="3320524" cy="492053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07436FD-0FDB-4C8C-B546-6627D04560C4}"/>
              </a:ext>
            </a:extLst>
          </p:cNvPr>
          <p:cNvSpPr txBox="1"/>
          <p:nvPr/>
        </p:nvSpPr>
        <p:spPr>
          <a:xfrm>
            <a:off x="392230" y="206157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/>
              <a:t>P23-s01 – Offline Mode (react Light)</a:t>
            </a:r>
          </a:p>
        </p:txBody>
      </p:sp>
    </p:spTree>
    <p:extLst>
      <p:ext uri="{BB962C8B-B14F-4D97-AF65-F5344CB8AC3E}">
        <p14:creationId xmlns:p14="http://schemas.microsoft.com/office/powerpoint/2010/main" val="349316667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3853717-5CE5-479B-AD50-8F54C0886F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1850" y="1229709"/>
            <a:ext cx="3054507" cy="46103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32D849B-C5AC-438B-8C65-91621A423D75}"/>
              </a:ext>
            </a:extLst>
          </p:cNvPr>
          <p:cNvSpPr txBox="1"/>
          <p:nvPr/>
        </p:nvSpPr>
        <p:spPr>
          <a:xfrm>
            <a:off x="430730" y="320660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/>
              <a:t>P23-s02 – Network Error (react Light)</a:t>
            </a:r>
          </a:p>
        </p:txBody>
      </p:sp>
    </p:spTree>
    <p:extLst>
      <p:ext uri="{BB962C8B-B14F-4D97-AF65-F5344CB8AC3E}">
        <p14:creationId xmlns:p14="http://schemas.microsoft.com/office/powerpoint/2010/main" val="318159742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06AFE66-3907-4B96-9E90-40F4906E28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2548" y="866819"/>
            <a:ext cx="3187864" cy="465478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D11416C-2629-4284-8E1B-30D740CDDF01}"/>
              </a:ext>
            </a:extLst>
          </p:cNvPr>
          <p:cNvSpPr txBox="1"/>
          <p:nvPr/>
        </p:nvSpPr>
        <p:spPr>
          <a:xfrm>
            <a:off x="286351" y="218355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/>
              <a:t>P23-s03 – Maintenance (react Light)</a:t>
            </a:r>
          </a:p>
        </p:txBody>
      </p:sp>
    </p:spTree>
    <p:extLst>
      <p:ext uri="{BB962C8B-B14F-4D97-AF65-F5344CB8AC3E}">
        <p14:creationId xmlns:p14="http://schemas.microsoft.com/office/powerpoint/2010/main" val="214318681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1373B40-4FDA-4F2E-98B4-1F1B1A3394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1238" y="670741"/>
            <a:ext cx="3223810" cy="47201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E2FE7C-5FFC-438F-AFE9-DB1E1AC78323}"/>
              </a:ext>
            </a:extLst>
          </p:cNvPr>
          <p:cNvSpPr txBox="1"/>
          <p:nvPr/>
        </p:nvSpPr>
        <p:spPr>
          <a:xfrm>
            <a:off x="441961" y="301409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/>
              <a:t>P24-s01 – Payment Failed (react Light)</a:t>
            </a:r>
          </a:p>
        </p:txBody>
      </p:sp>
    </p:spTree>
    <p:extLst>
      <p:ext uri="{BB962C8B-B14F-4D97-AF65-F5344CB8AC3E}">
        <p14:creationId xmlns:p14="http://schemas.microsoft.com/office/powerpoint/2010/main" val="183084445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5A76601-779E-44B5-9EBD-FA1B25EFBF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3243" y="478838"/>
            <a:ext cx="3474652" cy="51904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F910DB1-9F10-4C05-8171-886173EACB0C}"/>
              </a:ext>
            </a:extLst>
          </p:cNvPr>
          <p:cNvSpPr txBox="1"/>
          <p:nvPr/>
        </p:nvSpPr>
        <p:spPr>
          <a:xfrm>
            <a:off x="392228" y="109506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/>
              <a:t>P24-s02 – Payment Pending (react Light)</a:t>
            </a:r>
            <a:r>
              <a:rPr lang="en-US" dirty="0"/>
              <a:t> 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103618805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DF3E2BF-F47E-49F9-AE1D-A66376DAE9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0448" y="492980"/>
            <a:ext cx="3624878" cy="53366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FDE5895-E4E4-4497-9866-10AD92A4011B}"/>
              </a:ext>
            </a:extLst>
          </p:cNvPr>
          <p:cNvSpPr txBox="1"/>
          <p:nvPr/>
        </p:nvSpPr>
        <p:spPr>
          <a:xfrm>
            <a:off x="295977" y="123648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/>
              <a:t>P24-s03 – Refund Issued (react Light)</a:t>
            </a:r>
          </a:p>
        </p:txBody>
      </p:sp>
    </p:spTree>
    <p:extLst>
      <p:ext uri="{BB962C8B-B14F-4D97-AF65-F5344CB8AC3E}">
        <p14:creationId xmlns:p14="http://schemas.microsoft.com/office/powerpoint/2010/main" val="241377562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2ECC047-E789-4B28-9924-9140F8F8B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9068" y="508654"/>
            <a:ext cx="3489610" cy="50258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20AECCB-17F2-47DB-BDA6-C09F5F219655}"/>
              </a:ext>
            </a:extLst>
          </p:cNvPr>
          <p:cNvSpPr txBox="1"/>
          <p:nvPr/>
        </p:nvSpPr>
        <p:spPr>
          <a:xfrm>
            <a:off x="334478" y="139322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/>
              <a:t>P25-s01 – </a:t>
            </a:r>
            <a:r>
              <a:rPr lang="en-UG" dirty="0" err="1"/>
              <a:t>Gps</a:t>
            </a:r>
            <a:r>
              <a:rPr lang="en-UG" dirty="0"/>
              <a:t> Disabled (react Light)</a:t>
            </a:r>
          </a:p>
        </p:txBody>
      </p:sp>
    </p:spTree>
    <p:extLst>
      <p:ext uri="{BB962C8B-B14F-4D97-AF65-F5344CB8AC3E}">
        <p14:creationId xmlns:p14="http://schemas.microsoft.com/office/powerpoint/2010/main" val="251984679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A44D1A2-41C8-4B1F-920D-E59E1D53C7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2783" y="813984"/>
            <a:ext cx="3143412" cy="465478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3F4ADF1-E1CA-4ED0-AFFB-A9B4E451B39B}"/>
              </a:ext>
            </a:extLst>
          </p:cNvPr>
          <p:cNvSpPr txBox="1"/>
          <p:nvPr/>
        </p:nvSpPr>
        <p:spPr>
          <a:xfrm>
            <a:off x="414306" y="271397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/>
              <a:t>P25-s02 – Map Provider Unavailable (react Light)</a:t>
            </a:r>
          </a:p>
        </p:txBody>
      </p:sp>
    </p:spTree>
    <p:extLst>
      <p:ext uri="{BB962C8B-B14F-4D97-AF65-F5344CB8AC3E}">
        <p14:creationId xmlns:p14="http://schemas.microsoft.com/office/powerpoint/2010/main" val="125664660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7B0BF01-5C77-4607-959E-4AA0219E02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0232" y="826531"/>
            <a:ext cx="3436164" cy="51542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29A61A3-05A4-41AC-8B5C-5CEDEDAEB716}"/>
              </a:ext>
            </a:extLst>
          </p:cNvPr>
          <p:cNvSpPr txBox="1"/>
          <p:nvPr/>
        </p:nvSpPr>
        <p:spPr>
          <a:xfrm>
            <a:off x="285604" y="333856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/>
              <a:t>P25-s03 – Location Out Of Bounds (react Light)</a:t>
            </a:r>
          </a:p>
        </p:txBody>
      </p:sp>
    </p:spTree>
    <p:extLst>
      <p:ext uri="{BB962C8B-B14F-4D97-AF65-F5344CB8AC3E}">
        <p14:creationId xmlns:p14="http://schemas.microsoft.com/office/powerpoint/2010/main" val="168745387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D489C1E-AC49-405E-8457-5427B9F49C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4985" y="797656"/>
            <a:ext cx="3317087" cy="49119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1F3E40D-491C-42C6-9BE3-8C5E47CE7388}"/>
              </a:ext>
            </a:extLst>
          </p:cNvPr>
          <p:cNvSpPr txBox="1"/>
          <p:nvPr/>
        </p:nvSpPr>
        <p:spPr>
          <a:xfrm>
            <a:off x="401854" y="324232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/>
              <a:t>P26-s01 – Locker Timeout (react Light)</a:t>
            </a:r>
          </a:p>
        </p:txBody>
      </p:sp>
    </p:spTree>
    <p:extLst>
      <p:ext uri="{BB962C8B-B14F-4D97-AF65-F5344CB8AC3E}">
        <p14:creationId xmlns:p14="http://schemas.microsoft.com/office/powerpoint/2010/main" val="331703639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3F44E7-9626-42C1-BF28-39D8AC91E1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8101" y="857417"/>
            <a:ext cx="3366012" cy="51955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534F6EA-8CA5-43C9-AE1D-694F23F42E6F}"/>
              </a:ext>
            </a:extLst>
          </p:cNvPr>
          <p:cNvSpPr txBox="1"/>
          <p:nvPr/>
        </p:nvSpPr>
        <p:spPr>
          <a:xfrm>
            <a:off x="286350" y="189702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/>
              <a:t>P26-s02 – Locker Reassign (react Light)</a:t>
            </a:r>
          </a:p>
        </p:txBody>
      </p:sp>
    </p:spTree>
    <p:extLst>
      <p:ext uri="{BB962C8B-B14F-4D97-AF65-F5344CB8AC3E}">
        <p14:creationId xmlns:p14="http://schemas.microsoft.com/office/powerpoint/2010/main" val="404681325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016DB47-C0F5-4CE6-965B-25D094E23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3460" y="1226435"/>
            <a:ext cx="2978303" cy="45976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396A343-4C9A-48C4-A871-9D9C00D5D92E}"/>
              </a:ext>
            </a:extLst>
          </p:cNvPr>
          <p:cNvSpPr txBox="1"/>
          <p:nvPr/>
        </p:nvSpPr>
        <p:spPr>
          <a:xfrm>
            <a:off x="401854" y="240677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/>
              <a:t>P26-s03 – Escalate To Operator (react Light)</a:t>
            </a:r>
          </a:p>
        </p:txBody>
      </p:sp>
    </p:spTree>
    <p:extLst>
      <p:ext uri="{BB962C8B-B14F-4D97-AF65-F5344CB8AC3E}">
        <p14:creationId xmlns:p14="http://schemas.microsoft.com/office/powerpoint/2010/main" val="303111743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BC157C1-728A-425C-8F6E-8B6326D45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8989" y="790255"/>
            <a:ext cx="3279385" cy="50548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94800E7-D015-40B9-A223-0FB9A3B54DC2}"/>
              </a:ext>
            </a:extLst>
          </p:cNvPr>
          <p:cNvSpPr txBox="1"/>
          <p:nvPr/>
        </p:nvSpPr>
        <p:spPr>
          <a:xfrm>
            <a:off x="314426" y="161040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/>
              <a:t>P27-s01 – Invalid Station </a:t>
            </a:r>
            <a:r>
              <a:rPr lang="en-UG" dirty="0" err="1"/>
              <a:t>Qr</a:t>
            </a:r>
            <a:r>
              <a:rPr lang="en-UG" dirty="0"/>
              <a:t> (react Light)</a:t>
            </a:r>
          </a:p>
        </p:txBody>
      </p:sp>
    </p:spTree>
    <p:extLst>
      <p:ext uri="{BB962C8B-B14F-4D97-AF65-F5344CB8AC3E}">
        <p14:creationId xmlns:p14="http://schemas.microsoft.com/office/powerpoint/2010/main" val="346904997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1F0E7B7-8AA3-4D4F-A2DB-2B1BDD301C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3979" y="851548"/>
            <a:ext cx="3561093" cy="537070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9F078C9-88AC-43D7-81C9-7B24927032F9}"/>
              </a:ext>
            </a:extLst>
          </p:cNvPr>
          <p:cNvSpPr txBox="1"/>
          <p:nvPr/>
        </p:nvSpPr>
        <p:spPr>
          <a:xfrm>
            <a:off x="84221" y="184868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/>
              <a:t>P27-s02 – Battery </a:t>
            </a:r>
            <a:r>
              <a:rPr lang="en-UG" dirty="0" err="1"/>
              <a:t>Qr</a:t>
            </a:r>
            <a:r>
              <a:rPr lang="en-UG" dirty="0"/>
              <a:t> Unreadable (react Light)</a:t>
            </a:r>
          </a:p>
        </p:txBody>
      </p:sp>
    </p:spTree>
    <p:extLst>
      <p:ext uri="{BB962C8B-B14F-4D97-AF65-F5344CB8AC3E}">
        <p14:creationId xmlns:p14="http://schemas.microsoft.com/office/powerpoint/2010/main" val="139522711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24CE3CD-E938-4ADB-B4F4-F78515986D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1731" y="858885"/>
            <a:ext cx="3407886" cy="53531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62CE73D-EBBC-45F7-A3E8-58DB37426FB3}"/>
              </a:ext>
            </a:extLst>
          </p:cNvPr>
          <p:cNvSpPr txBox="1"/>
          <p:nvPr/>
        </p:nvSpPr>
        <p:spPr>
          <a:xfrm>
            <a:off x="329031" y="200795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/>
              <a:t>P27-s03 – Battery Mismatch (react Light)</a:t>
            </a:r>
          </a:p>
        </p:txBody>
      </p:sp>
    </p:spTree>
    <p:extLst>
      <p:ext uri="{BB962C8B-B14F-4D97-AF65-F5344CB8AC3E}">
        <p14:creationId xmlns:p14="http://schemas.microsoft.com/office/powerpoint/2010/main" val="211478273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1030531-668E-438E-ADE3-212499F8C7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6802" y="814034"/>
            <a:ext cx="3323770" cy="50231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065918-A9BA-49F4-AAC7-E593206481B5}"/>
              </a:ext>
            </a:extLst>
          </p:cNvPr>
          <p:cNvSpPr txBox="1"/>
          <p:nvPr/>
        </p:nvSpPr>
        <p:spPr>
          <a:xfrm>
            <a:off x="218975" y="223321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/>
              <a:t>P28-s01 – Terms &amp; Privacy (react Light)</a:t>
            </a:r>
          </a:p>
        </p:txBody>
      </p:sp>
    </p:spTree>
    <p:extLst>
      <p:ext uri="{BB962C8B-B14F-4D97-AF65-F5344CB8AC3E}">
        <p14:creationId xmlns:p14="http://schemas.microsoft.com/office/powerpoint/2010/main" val="277637596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39ECE32-ECF0-45FF-84F3-3D5783B093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5735" y="748990"/>
            <a:ext cx="3461466" cy="51257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597E1CF-F20B-41C1-AE92-C2E963E44B3E}"/>
              </a:ext>
            </a:extLst>
          </p:cNvPr>
          <p:cNvSpPr txBox="1"/>
          <p:nvPr/>
        </p:nvSpPr>
        <p:spPr>
          <a:xfrm>
            <a:off x="257476" y="264154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/>
              <a:t>P28-s02 – Data Consent (react Light)</a:t>
            </a:r>
          </a:p>
        </p:txBody>
      </p:sp>
    </p:spTree>
    <p:extLst>
      <p:ext uri="{BB962C8B-B14F-4D97-AF65-F5344CB8AC3E}">
        <p14:creationId xmlns:p14="http://schemas.microsoft.com/office/powerpoint/2010/main" val="27262652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B9E1402-CFFE-4771-AF70-D00F497A0D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2623" y="635913"/>
            <a:ext cx="3512393" cy="51795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2F634E7-3AC6-42BB-AAB5-BB548541F7BE}"/>
              </a:ext>
            </a:extLst>
          </p:cNvPr>
          <p:cNvSpPr txBox="1"/>
          <p:nvPr/>
        </p:nvSpPr>
        <p:spPr>
          <a:xfrm>
            <a:off x="204102" y="133613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/>
              <a:t>P28-s03 – Delete Account (react Light)</a:t>
            </a:r>
          </a:p>
        </p:txBody>
      </p:sp>
    </p:spTree>
    <p:extLst>
      <p:ext uri="{BB962C8B-B14F-4D97-AF65-F5344CB8AC3E}">
        <p14:creationId xmlns:p14="http://schemas.microsoft.com/office/powerpoint/2010/main" val="304687463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3B289B6-2F36-4834-A643-D54F3FE34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0746" y="722748"/>
            <a:ext cx="3666402" cy="55868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0E4B4FB-64AC-4C0A-BB1C-68576B718716}"/>
              </a:ext>
            </a:extLst>
          </p:cNvPr>
          <p:cNvSpPr txBox="1"/>
          <p:nvPr/>
        </p:nvSpPr>
        <p:spPr>
          <a:xfrm>
            <a:off x="565484" y="344644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/>
              <a:t>P29-s01 – Promotions (react Light)</a:t>
            </a:r>
          </a:p>
        </p:txBody>
      </p:sp>
    </p:spTree>
    <p:extLst>
      <p:ext uri="{BB962C8B-B14F-4D97-AF65-F5344CB8AC3E}">
        <p14:creationId xmlns:p14="http://schemas.microsoft.com/office/powerpoint/2010/main" val="97045976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41AF2FD-9375-409C-97BA-D4AB3130C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2471" y="658093"/>
            <a:ext cx="3795308" cy="56309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B0EAE1E-389F-4782-AD3E-0126ED7126D9}"/>
              </a:ext>
            </a:extLst>
          </p:cNvPr>
          <p:cNvSpPr txBox="1"/>
          <p:nvPr/>
        </p:nvSpPr>
        <p:spPr>
          <a:xfrm>
            <a:off x="228600" y="126917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/>
              <a:t>P29-s02 – Referrals (react Light)</a:t>
            </a:r>
          </a:p>
        </p:txBody>
      </p:sp>
    </p:spTree>
    <p:extLst>
      <p:ext uri="{BB962C8B-B14F-4D97-AF65-F5344CB8AC3E}">
        <p14:creationId xmlns:p14="http://schemas.microsoft.com/office/powerpoint/2010/main" val="279959170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0D14EEC-AF55-4910-8FA6-A6EDFBCB3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4986" y="535987"/>
            <a:ext cx="3271788" cy="49278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54EC1A0-46FF-42CD-8AA2-E98DECAD2BF8}"/>
              </a:ext>
            </a:extLst>
          </p:cNvPr>
          <p:cNvSpPr txBox="1"/>
          <p:nvPr/>
        </p:nvSpPr>
        <p:spPr>
          <a:xfrm>
            <a:off x="218172" y="166655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/>
              <a:t>P29-s03 – Provider Plans (react Light)</a:t>
            </a:r>
          </a:p>
        </p:txBody>
      </p:sp>
    </p:spTree>
    <p:extLst>
      <p:ext uri="{BB962C8B-B14F-4D97-AF65-F5344CB8AC3E}">
        <p14:creationId xmlns:p14="http://schemas.microsoft.com/office/powerpoint/2010/main" val="969572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2449</TotalTime>
  <Words>716</Words>
  <Application>Microsoft Office PowerPoint</Application>
  <PresentationFormat>Widescreen</PresentationFormat>
  <Paragraphs>86</Paragraphs>
  <Slides>83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83</vt:i4>
      </vt:variant>
    </vt:vector>
  </HeadingPairs>
  <TitlesOfParts>
    <vt:vector size="8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rukundojosephronald@gmail.com</dc:creator>
  <cp:lastModifiedBy>rukundojosephronald@gmail.com</cp:lastModifiedBy>
  <cp:revision>67</cp:revision>
  <dcterms:created xsi:type="dcterms:W3CDTF">2025-11-13T15:26:12Z</dcterms:created>
  <dcterms:modified xsi:type="dcterms:W3CDTF">2025-11-24T13:48:35Z</dcterms:modified>
</cp:coreProperties>
</file>